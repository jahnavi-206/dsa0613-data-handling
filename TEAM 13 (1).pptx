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74" r:id="rId12"/>
    <p:sldId id="264" r:id="rId13"/>
    <p:sldId id="272" r:id="rId14"/>
    <p:sldId id="273" r:id="rId15"/>
    <p:sldId id="275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D1EF4-803A-4535-BA8E-3243A0A6247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6845E-DF57-4C70-BD7C-C6FEE295F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490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637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A63C-FA07-4CB0-7E46-47B8B7508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DE636-1205-69CF-4C2F-84D490772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343D-75F3-34BF-56C8-8286E495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E012-FAC9-F1ED-8988-716A7C5E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4165E-70F5-7CBD-02ED-B3DA5D5D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7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8F6F-8BBF-7609-2978-A3B7AA24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A0E7-92B2-DB55-F408-06418AB8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83A0-6C3E-5C4E-7657-B3C90E5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93328-546E-4439-A36F-CA8A96D7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ED8C-11A8-78D0-5E18-0ED729A0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0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033D-2704-40DD-4CD1-C921509E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85C50-C589-6ABA-739E-39D97C29E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BF2E3-E570-0284-1D75-B1FA727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7DAA-99EC-CEE8-6980-FA8CB15C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0420-A65A-6AA7-55BA-8BAB3789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6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8458-CBB0-BBB9-EBC9-A7BE604B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B903-757D-A8C0-E2C9-EB9B5C0D6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35EC1-B396-CD51-6486-C2189FD02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559D4-007A-7344-2672-05EE304A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D8CC-8580-4C49-3E36-8CA40E30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A848-C873-23FA-F0D3-7383D8F2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28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B680-B42A-0C8F-B1F0-0AAE3BA3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D3447-DDB6-F1BD-C606-C40BC8B4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70B46-5E6F-5EF3-685F-3AF4BF091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49ED6-66A3-434C-0DB5-3B76FCB92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5BAC6-B81A-A4B0-C065-F583C23B7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BC8FA-3883-C956-C556-C4B89118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CDBB1-2849-CF5D-879C-1166490C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A6CEC-2FB1-2600-526E-7877081A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6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54B1-0C90-150F-13B6-8EC69D29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E8A1B-7202-3A4B-9A23-F2046935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E72D2-A971-D8A9-0EC6-C0B9E479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AF68-45A2-088E-F1D9-7DF7E03C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5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06BEE-211F-19EC-40D0-482F1432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E8258-A377-6EFB-91E2-E6EDAFBB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6A61-10A1-BB27-A5C7-B2A6673C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26A4-492C-376B-C09E-1C476A4F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6D1D-D5CE-9F73-37AD-14571EBE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17146-47C9-E1E1-F61C-A35B18849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41F5E-D6B2-F738-658C-C8745597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38CEE-256E-5E94-9DEF-1134B71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4871E-9AF5-B577-E452-D81EB856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3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53A6-0BAD-1111-3F3C-31AC1710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5BE8A-ADF1-BD3D-CFA9-76ECE5E9A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E0543-6FF3-03AF-74A6-7356AD9F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350A-E7DF-CF3E-8251-4C9C365C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AF8D-4953-954C-E318-CF09ED3D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33500-18BE-03B4-9D2A-4AF9F402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7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6FA7-D35B-14B7-5448-FC688086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AE795-E28D-1EB2-AC10-76B57A58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156E-CD55-23E8-1811-6B45543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DBA0-8979-4804-875D-74B768EF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02FD-8E03-310D-9C76-F37603EE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22D45-7DCC-B442-7DE3-1DB1CAE38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334B3-4D0E-EBC0-8145-308AD079D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21E5-2190-9B76-F46F-3C748C8B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6970-E008-404E-437C-D69781A4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5097-1F1E-9AC9-E2C7-2754C51B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87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BB254-4770-4D63-A871-79ECA13B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FE02-B7B8-CFD2-E0D1-94C164AD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0399-4D70-64D4-94E3-A5F0603A6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CCBF-D4BE-1817-24EE-6AB863F3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75AA-2443-7484-A15E-4F525308D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2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E6A9-B10F-4BEF-ABBC-0BD273649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for Urban and Environmental Data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CC9554A3-D77C-B0FC-9EBE-DF1554A2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ECDCF-F47F-735B-1319-9950567BF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121" y="4243905"/>
            <a:ext cx="3514725" cy="1371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42325-8F9A-CD80-3E3B-522CEB768F1E}"/>
              </a:ext>
            </a:extLst>
          </p:cNvPr>
          <p:cNvSpPr txBox="1"/>
          <p:nvPr/>
        </p:nvSpPr>
        <p:spPr>
          <a:xfrm flipH="1">
            <a:off x="877824" y="4160880"/>
            <a:ext cx="3886200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Jahnavi(192424242)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Lakshmi Sahithi(192424280)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Sai Harshitha(192424346)</a:t>
            </a:r>
          </a:p>
        </p:txBody>
      </p:sp>
    </p:spTree>
    <p:extLst>
      <p:ext uri="{BB962C8B-B14F-4D97-AF65-F5344CB8AC3E}">
        <p14:creationId xmlns:p14="http://schemas.microsoft.com/office/powerpoint/2010/main" val="239266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4818AC-09E8-CFEE-E754-6E825D1C1CAD}"/>
              </a:ext>
            </a:extLst>
          </p:cNvPr>
          <p:cNvSpPr txBox="1"/>
          <p:nvPr/>
        </p:nvSpPr>
        <p:spPr>
          <a:xfrm>
            <a:off x="3064912" y="309913"/>
            <a:ext cx="5204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A6637C-16F9-40B7-AFCD-5FA8A965B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413" y="1186801"/>
            <a:ext cx="7346554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represents spatial data in a realistic three-dimensional form.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in better understanding of urban and environmental structures.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2D maps have limitations in showing height and depth information.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GIS and remote sensing improves spatial data analysis.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supports effective urban planning and environmental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4BF9-AA4D-71F6-409A-2059683B5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2" y="1186801"/>
            <a:ext cx="3844414" cy="49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5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DF3E-8EA6-951E-EA66-AB838D31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96" y="1443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05A920D-7200-40B4-5B34-DC03E23C5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247" y="1469869"/>
            <a:ext cx="7726526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urban and environmental data using realistic 3D geospatial models.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complex spatial patterns like land use and urban growth.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GIS, remote sensing, and real-time data sources.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effective decision-making in urban planning and environmental management.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understanding, accuracy, and visual clarity.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E8817-2110-7C7A-F4FE-ECA6A14C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86" y="1278194"/>
            <a:ext cx="3675534" cy="44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5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9C14-1F72-6ECA-D40C-761F6025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81" y="157613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8280C9-07EB-AD26-DE3F-34D71AFF6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29" y="1667989"/>
            <a:ext cx="1119894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data are often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integrated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combined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vary across locations and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visualize spatially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tools rely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2D maps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limiting spatial understanding.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urban context is challenging.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geospatial visualization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analysis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83481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6029-873D-E4B5-BF0E-15293A23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3505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FFD873-0AA1-1733-7E56-09523FDC3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691" y="1676073"/>
            <a:ext cx="988713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geospatial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2D and 3D visualization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structures and environmental parameters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geographic locations.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intuitive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206788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9D81-732F-BA9C-0D3E-317B7ED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8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F77FE6-29FD-859A-EED3-33272DDC8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08" y="1259781"/>
            <a:ext cx="10372583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ities and towns with latitude and longitude.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Compiled reference dataset (validated using OpenStreetMap coordinates).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Dataset (Real-Time)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Quality, Temperature, Humidity, Wind Speed.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Open-Meteo public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2D maps and 3D interactive models.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Leaflet and Plotly libraries in R.</a:t>
            </a:r>
          </a:p>
        </p:txBody>
      </p:sp>
    </p:spTree>
    <p:extLst>
      <p:ext uri="{BB962C8B-B14F-4D97-AF65-F5344CB8AC3E}">
        <p14:creationId xmlns:p14="http://schemas.microsoft.com/office/powerpoint/2010/main" val="66651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3372-4E2F-370C-B863-AA501ADF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85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0F2C0E-B97B-22BC-A772-B1301EF4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1116299"/>
            <a:ext cx="12113341" cy="533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 and real-time environmental data are gathered from datasets and public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Coordinates are validated and environmental values are prepared for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Locations are selected through an interactive map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data are displayed using interactive 3D models.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Insights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comparisons are used to support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13503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7C86-6428-72E3-4586-2512A160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01" y="37282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0B17A8-6C5F-2A23-D353-8B93C1644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84" y="1698389"/>
            <a:ext cx="5652516" cy="4638037"/>
          </a:xfrm>
        </p:spPr>
      </p:pic>
    </p:spTree>
    <p:extLst>
      <p:ext uri="{BB962C8B-B14F-4D97-AF65-F5344CB8AC3E}">
        <p14:creationId xmlns:p14="http://schemas.microsoft.com/office/powerpoint/2010/main" val="119441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2750-77ED-BD65-D9C0-E2FA2CF3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198" y="481214"/>
            <a:ext cx="9121795" cy="98153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Geospatial Urban and Environmental Data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C416E-AB1C-2EA9-8760-C1D683D0D974}"/>
              </a:ext>
            </a:extLst>
          </p:cNvPr>
          <p:cNvSpPr txBox="1"/>
          <p:nvPr/>
        </p:nvSpPr>
        <p:spPr>
          <a:xfrm>
            <a:off x="615785" y="1748140"/>
            <a:ext cx="11100620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(AQI, Temperature, Humidity, Wind Speed)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preprocessing: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validation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nearest-city mapping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scaling</a:t>
            </a:r>
          </a:p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involved: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 Meteo APIs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dataset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(data preprocessing functions)</a:t>
            </a:r>
          </a:p>
        </p:txBody>
      </p:sp>
    </p:spTree>
    <p:extLst>
      <p:ext uri="{BB962C8B-B14F-4D97-AF65-F5344CB8AC3E}">
        <p14:creationId xmlns:p14="http://schemas.microsoft.com/office/powerpoint/2010/main" val="251861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E0C-0BB7-68F6-6DE5-B6939CB2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4967" y="0"/>
            <a:ext cx="12072257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Build Interactive 3D Models and Visualizations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69F297-C99C-DD87-1DC6-A9FDF14F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" y="1661555"/>
            <a:ext cx="787908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2D map for selecting geographic locations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 of visualizations based on user interaction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3D urban modeling using: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Grey 3D building blocks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 cover patches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Water body patches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Layer-based visualization for better clarity and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Zooming, rotation, and panning of 3D models</a:t>
            </a:r>
          </a:p>
        </p:txBody>
      </p:sp>
    </p:spTree>
    <p:extLst>
      <p:ext uri="{BB962C8B-B14F-4D97-AF65-F5344CB8AC3E}">
        <p14:creationId xmlns:p14="http://schemas.microsoft.com/office/powerpoint/2010/main" val="94421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F804-57DD-E20F-805C-C9A81252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17B7D0-29E2-3BC6-3A3A-D03D83F038F7}"/>
              </a:ext>
            </a:extLst>
          </p:cNvPr>
          <p:cNvSpPr txBox="1"/>
          <p:nvPr/>
        </p:nvSpPr>
        <p:spPr>
          <a:xfrm>
            <a:off x="599768" y="488673"/>
            <a:ext cx="8603226" cy="404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build the interactive web-based application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2D geospatial mapping and location selection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interactive 3D visualizations and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generating supporting analytical graphs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jsonlite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parse real-time data from web 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readxl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load and process urban reference datasets</a:t>
            </a:r>
          </a:p>
        </p:txBody>
      </p:sp>
    </p:spTree>
    <p:extLst>
      <p:ext uri="{BB962C8B-B14F-4D97-AF65-F5344CB8AC3E}">
        <p14:creationId xmlns:p14="http://schemas.microsoft.com/office/powerpoint/2010/main" val="65303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C3A1-A06C-064C-41E9-3B085BFA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4" y="386607"/>
            <a:ext cx="10333156" cy="83690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Data and Generate Decision-Support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7709D-6EDD-DC94-AEF6-AC296389A997}"/>
              </a:ext>
            </a:extLst>
          </p:cNvPr>
          <p:cNvSpPr txBox="1"/>
          <p:nvPr/>
        </p:nvSpPr>
        <p:spPr>
          <a:xfrm>
            <a:off x="550605" y="4426314"/>
            <a:ext cx="12123176" cy="171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Visualizations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AQI and Humidity comparison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Temperature and Wind Speed variation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902A13-78E1-7817-BA29-454BE8D7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5" y="1490843"/>
            <a:ext cx="9477531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 of environmental data from multiple user-selected locations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 of AQI levels to assess pollution severity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temperature and wind speed trends across regions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humidity distribution for climatic understanding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spatial differences in environmental conditions</a:t>
            </a:r>
          </a:p>
        </p:txBody>
      </p:sp>
    </p:spTree>
    <p:extLst>
      <p:ext uri="{BB962C8B-B14F-4D97-AF65-F5344CB8AC3E}">
        <p14:creationId xmlns:p14="http://schemas.microsoft.com/office/powerpoint/2010/main" val="158021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3DACD4-DDAE-096E-BCE0-44D11CA0D5C3}"/>
              </a:ext>
            </a:extLst>
          </p:cNvPr>
          <p:cNvSpPr txBox="1"/>
          <p:nvPr/>
        </p:nvSpPr>
        <p:spPr>
          <a:xfrm>
            <a:off x="621792" y="916632"/>
            <a:ext cx="4700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97D91-D53F-C9CD-4EBE-60BE18E49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96" y="2163159"/>
            <a:ext cx="4473328" cy="3665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232C6-3414-932C-F457-307747FA7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96" y="2038194"/>
            <a:ext cx="4940808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08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E6F5EF-9E4E-8406-D651-6D7D3F1100C2}"/>
              </a:ext>
            </a:extLst>
          </p:cNvPr>
          <p:cNvSpPr txBox="1"/>
          <p:nvPr/>
        </p:nvSpPr>
        <p:spPr>
          <a:xfrm>
            <a:off x="716219" y="541478"/>
            <a:ext cx="44805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0CDFF-C95F-9547-00EC-B7F7FBDDC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19" y="1727891"/>
            <a:ext cx="5330182" cy="4273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B7257B-D4EF-27AB-51B4-2FF6495C0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74" y="1727891"/>
            <a:ext cx="5185115" cy="42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0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8FCE-109E-3CA7-DAD9-F396F45C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6F269F-4366-6582-8EF7-495ECDF379D5}"/>
              </a:ext>
            </a:extLst>
          </p:cNvPr>
          <p:cNvSpPr txBox="1"/>
          <p:nvPr/>
        </p:nvSpPr>
        <p:spPr>
          <a:xfrm>
            <a:off x="246172" y="167149"/>
            <a:ext cx="44805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C9E6F-30EE-B2E2-999A-6608FE86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70849"/>
            <a:ext cx="3889579" cy="2695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68FD94-10EC-EA0E-AAAA-6BD6D7673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02" y="555378"/>
            <a:ext cx="5431080" cy="3032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B40EE7-4D29-9F2E-2A56-F194B27DF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3" y="3779071"/>
            <a:ext cx="4586119" cy="2911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61A025-BAF1-58FA-A2D1-163578BAD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686" y="3657874"/>
            <a:ext cx="5101496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42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F20-A99B-396C-271B-8DEBFFE7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23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3EDE69-9276-96CF-80B0-C68644CC7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863" y="1924660"/>
            <a:ext cx="12192000" cy="382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effectively represents complex urban and environmental data.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understanding of spatial relationships compared to traditional 2D maps.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multiple geospatial data sources enhances analysis accuracy.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better urban planning and environmental decision-making.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3D visualization provides clearer insights and more informed solutions.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9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E4A6-7C18-04C4-FC06-6E1E28D6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224" y="26227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019BD69-C68C-AB49-3A19-2F3AE4D865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463" y="1569052"/>
            <a:ext cx="1065795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Biljecki, F. et al. (2022). 3D city models for urban and environmental analysis.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Liu, X., &amp; Zhang, Y. (2023). 3D geospatial visualization techniques in urban planning.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Computers, Environment and Urban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Guardia, M. et al. (2024). Real-time 3D geospatial data integration for smart cities.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Archives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Somanath, S. et al. (2024). Urban digital twins using 3D geospatial data.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Lei, B., &amp; Biljecki, F. (2025). Advances in open 3D city models.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Annals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6997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182D-6C5F-5375-09EF-19D8F8E7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5" y="42371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2C924-1096-9A72-2CC1-26994882708E}"/>
              </a:ext>
            </a:extLst>
          </p:cNvPr>
          <p:cNvSpPr txBox="1"/>
          <p:nvPr/>
        </p:nvSpPr>
        <p:spPr>
          <a:xfrm>
            <a:off x="543036" y="1921397"/>
            <a:ext cx="1148181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IoT and sensor data for live urban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AI and machine learning to predict urban growth and environmental changes.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digital twins for smart city planning and simulation.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VR and AR-based 3D visualization for immersive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platforms for large-scale data sharing and collaborative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97848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34A11D-6133-C822-AF4A-E8D4F85D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782" y="2367108"/>
            <a:ext cx="7233030" cy="88491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325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880</Words>
  <Application>Microsoft Office PowerPoint</Application>
  <PresentationFormat>Widescreen</PresentationFormat>
  <Paragraphs>100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3D Geospatial Visualization for Urban and Environmental Data</vt:lpstr>
      <vt:lpstr>PowerPoint Presentation</vt:lpstr>
      <vt:lpstr>ABSTRACT</vt:lpstr>
      <vt:lpstr>PROBLEM STATEMENT</vt:lpstr>
      <vt:lpstr>OBJECTIVES</vt:lpstr>
      <vt:lpstr>DATASET</vt:lpstr>
      <vt:lpstr>METHODOLOGY</vt:lpstr>
      <vt:lpstr>ARCHITECTURE</vt:lpstr>
      <vt:lpstr>MODULE 1   Collect and Preprocess Geospatial Urban and Environmental Data</vt:lpstr>
      <vt:lpstr>MODULE 2    Build Interactive 3D Models and Visualizations</vt:lpstr>
      <vt:lpstr>PowerPoint Presentation</vt:lpstr>
      <vt:lpstr>MODULE 3   Analyze Data and Generate Decision-Support Insights</vt:lpstr>
      <vt:lpstr>PowerPoint Presentation</vt:lpstr>
      <vt:lpstr>PowerPoint Presentation</vt:lpstr>
      <vt:lpstr>PowerPoint Presentation</vt:lpstr>
      <vt:lpstr>CONCLUSION</vt:lpstr>
      <vt:lpstr>References</vt:lpstr>
      <vt:lpstr>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chidralasrideepika@gmail.com</dc:creator>
  <cp:lastModifiedBy>Sai Harshitha</cp:lastModifiedBy>
  <cp:revision>19</cp:revision>
  <dcterms:created xsi:type="dcterms:W3CDTF">2026-01-28T12:59:10Z</dcterms:created>
  <dcterms:modified xsi:type="dcterms:W3CDTF">2026-02-02T10:24:15Z</dcterms:modified>
</cp:coreProperties>
</file>